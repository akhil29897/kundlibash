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371600"/>
            <a:ext cx="64008" cy="64008"/>
          </a:xfrm>
          <a:prstGeom prst="ellipse">
            <a:avLst/>
          </a:prstGeom>
          <a:solidFill>
            <a:srgbClr val="C6A6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11680" y="3291840"/>
            <a:ext cx="45720" cy="45720"/>
          </a:xfrm>
          <a:prstGeom prst="ellipse">
            <a:avLst/>
          </a:prstGeom>
          <a:solidFill>
            <a:srgbClr val="ECE3D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5120640"/>
            <a:ext cx="54864" cy="54864"/>
          </a:xfrm>
          <a:prstGeom prst="ellipse">
            <a:avLst/>
          </a:prstGeom>
          <a:solidFill>
            <a:srgbClr val="C6A667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280160"/>
            <a:ext cx="73152" cy="73152"/>
          </a:xfrm>
          <a:prstGeom prst="ellipse">
            <a:avLst/>
          </a:prstGeom>
          <a:solidFill>
            <a:srgbClr val="ECE3D0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3840480"/>
            <a:ext cx="54864" cy="54864"/>
          </a:xfrm>
          <a:prstGeom prst="ellipse">
            <a:avLst/>
          </a:prstGeom>
          <a:solidFill>
            <a:srgbClr val="C6A667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5486400"/>
            <a:ext cx="45720" cy="45720"/>
          </a:xfrm>
          <a:prstGeom prst="ellipse">
            <a:avLst/>
          </a:prstGeom>
          <a:solidFill>
            <a:srgbClr val="ECE3D0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822960"/>
            <a:ext cx="45720" cy="45720"/>
          </a:xfrm>
          <a:prstGeom prst="ellipse">
            <a:avLst/>
          </a:prstGeom>
          <a:solidFill>
            <a:srgbClr val="C6A667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852160"/>
            <a:ext cx="54864" cy="54864"/>
          </a:xfrm>
          <a:prstGeom prst="ellipse">
            <a:avLst/>
          </a:prstGeom>
          <a:solidFill>
            <a:srgbClr val="ECE3D0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0" y="6035040"/>
            <a:ext cx="45720" cy="45720"/>
          </a:xfrm>
          <a:prstGeom prst="ellipse">
            <a:avLst/>
          </a:prstGeom>
          <a:solidFill>
            <a:srgbClr val="C6A667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7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HOROSCOPE YOU CAN ARGUE WITH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22402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Kundli</a:t>
            </a:r>
            <a:pPr algn="ctr" indent="0" marL="0">
              <a:buNone/>
            </a:pPr>
            <a:r>
              <a:rPr lang="en-US" sz="7200" i="1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horoscope you're allowed to argue with.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31256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A8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horoscope with a pinch of celestial salt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· Functions · KV   —   built with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reads it.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checks it.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horoscope is written in the morning and forgotten by night. It never has to be right — just vague enough to feel right, and gone before you can call its bluff.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88036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02920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92640" y="1463040"/>
            <a:ext cx="64008" cy="64008"/>
          </a:xfrm>
          <a:prstGeom prst="ellipse">
            <a:avLst/>
          </a:prstGeom>
          <a:solidFill>
            <a:srgbClr val="C6A667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2377440"/>
            <a:ext cx="45720" cy="45720"/>
          </a:xfrm>
          <a:prstGeom prst="ellipse">
            <a:avLst/>
          </a:prstGeom>
          <a:solidFill>
            <a:srgbClr val="ECE3D0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0" y="3383280"/>
            <a:ext cx="54864" cy="54864"/>
          </a:xfrm>
          <a:prstGeom prst="ellipse">
            <a:avLst/>
          </a:prstGeom>
          <a:solidFill>
            <a:srgbClr val="C6A66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64240" y="4206240"/>
            <a:ext cx="45720" cy="45720"/>
          </a:xfrm>
          <a:prstGeom prst="ellipse">
            <a:avLst/>
          </a:prstGeom>
          <a:solidFill>
            <a:srgbClr val="ECE3D0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4754880"/>
            <a:ext cx="45720" cy="45720"/>
          </a:xfrm>
          <a:prstGeom prst="ellipse">
            <a:avLst/>
          </a:prstGeom>
          <a:solidFill>
            <a:srgbClr val="C6A667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468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i="1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horoscope is</a:t>
            </a:r>
            <a:endParaRPr lang="en-US" sz="2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600" i="1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bs.”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782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instinct we build 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falsifiable. Make it fun.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44805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each sign's real daily horoscope and split it into discrete, testable lines.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6974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44805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day's end, mark each line rang true or rang hollow — and note what actually happened.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26974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5820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Reckon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58200" y="44805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Verdicts roll up into your private record and a public scoreboard of the whole zodiac.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 the stars, line by line.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7066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sign.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547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today's lines — the same for everyone with your sign.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389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each true or hollow; note what really happened.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266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2303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crowd's verdict appear beneath each line.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981710"/>
            <a:ext cx="5212080" cy="5351780"/>
          </a:xfrm>
          <a:prstGeom prst="roundRect">
            <a:avLst>
              <a:gd name="adj" fmla="val 1053"/>
            </a:avLst>
          </a:prstGeom>
          <a:solidFill>
            <a:srgbClr val="0E1422"/>
          </a:solidFill>
          <a:ln w="6350">
            <a:solidFill>
              <a:srgbClr val="C6A667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/Users/kodabear/Desktop/kundlibash/docs/screenshots/r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73150"/>
            <a:ext cx="5029200" cy="51689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RECKONING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scoreboard for the stars.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everyone with your sign reads the same daily lines, the verdicts add up to something real — a live, crowd-sourced measure of which signs ring true, and which are mostly hot air.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rings 71% true.  </a:t>
            </a:r>
            <a:pPr algn="l" indent="0" marL="0">
              <a:buNone/>
            </a:pPr>
            <a:r>
              <a:rPr lang="en-US" sz="1800" dirty="0">
                <a:solidFill>
                  <a:srgbClr val="828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Scorpio,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44%.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STARS' OVERALL CANDOUR — 59%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993140"/>
            <a:ext cx="5303520" cy="5374640"/>
          </a:xfrm>
          <a:prstGeom prst="roundRect">
            <a:avLst>
              <a:gd name="adj" fmla="val 1034"/>
            </a:avLst>
          </a:prstGeom>
          <a:solidFill>
            <a:srgbClr val="0E1422"/>
          </a:solidFill>
          <a:ln w="6350">
            <a:solidFill>
              <a:srgbClr val="C6A667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Users/kodabear/Desktop/kundlibash/docs/screenshots/recko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84580"/>
            <a:ext cx="5120640" cy="519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ALMANAC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quiet ledgers.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4780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notes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line: the verdict, the original prediction, and what actually happened.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7124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notes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Free-form notes for the day — the mood, the omen, what the reading missed.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80060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9469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accuracy and streak; the whole zodiac ranked by candour.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1715135"/>
            <a:ext cx="5212080" cy="3884930"/>
          </a:xfrm>
          <a:prstGeom prst="roundRect">
            <a:avLst>
              <a:gd name="adj" fmla="val 1412"/>
            </a:avLst>
          </a:prstGeom>
          <a:solidFill>
            <a:srgbClr val="0E1422"/>
          </a:solidFill>
          <a:ln w="6350">
            <a:solidFill>
              <a:srgbClr val="C6A667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/Users/kodabear/Desktop/kundlibash/docs/screenshots/alman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06575"/>
            <a:ext cx="5029200" cy="3702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Habit, truth, and almost no upkeep.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4688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daily loop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94436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fresh reading every day is a reason to return — and to bash yesterday's.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703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truth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417880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reading per sign per day makes the community scoreboard a fair contest.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9377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to run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541324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front end, serverless functions, one key-value store. Scales to zero.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4812" y="822960"/>
            <a:ext cx="2747176" cy="5669280"/>
          </a:xfrm>
          <a:prstGeom prst="roundRect">
            <a:avLst>
              <a:gd name="adj" fmla="val 1997"/>
            </a:avLst>
          </a:prstGeom>
          <a:solidFill>
            <a:srgbClr val="0E1422"/>
          </a:solidFill>
          <a:ln w="6350">
            <a:solidFill>
              <a:srgbClr val="C6A667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/Users/kodabear/Desktop/kundlibash/docs/screenshot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6252" y="914400"/>
            <a:ext cx="2564296" cy="5486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built. Ready to ship.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304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static HTML page — a vanilla-JS single-page app, no framework.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30540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Pages Functions — a handful of serverless endpoints.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8313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8039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KV namespace holds predictions, verdicts and tallies.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581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45537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anonymous cookie. No accounts, no email, no PII.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5330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53035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astrology APIs with fallback, cached once per sign per day.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961120" y="2517775"/>
            <a:ext cx="2834640" cy="1913890"/>
          </a:xfrm>
          <a:prstGeom prst="roundRect">
            <a:avLst>
              <a:gd name="adj" fmla="val 2867"/>
            </a:avLst>
          </a:prstGeom>
          <a:solidFill>
            <a:srgbClr val="0E1422"/>
          </a:solidFill>
          <a:ln w="6350">
            <a:solidFill>
              <a:srgbClr val="C6A667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0" descr="/Users/kodabear/Desktop/kundlibash/docs/screensho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609215"/>
            <a:ext cx="2651760" cy="17310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Cloudflare for ~nothing, and scales to zero at rest.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" y="56692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C6A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349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&amp; monthly reckonings  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trends over time, per sign.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1272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cards  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beautiful auto-made image of today's verdict or your streak.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9684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rivalries  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“Virgo vs Scorpio — who's more full of it this week?”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8097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Claimable accounts  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your anonymous almanac across devices.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56509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CD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editorial layer   </a:t>
            </a:r>
            <a:pPr algn="l" indent="0" marL="0">
              <a:buNone/>
            </a:pPr>
            <a:r>
              <a:rPr lang="en-US" sz="1800" i="1" dirty="0">
                <a:solidFill>
                  <a:srgbClr val="A89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written reading of the readings, in Akhil's voice.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02975" y="6291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280160"/>
            <a:ext cx="64008" cy="64008"/>
          </a:xfrm>
          <a:prstGeom prst="ellipse">
            <a:avLst/>
          </a:prstGeom>
          <a:solidFill>
            <a:srgbClr val="C6A6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5303520"/>
            <a:ext cx="45720" cy="45720"/>
          </a:xfrm>
          <a:prstGeom prst="ellipse">
            <a:avLst/>
          </a:prstGeom>
          <a:solidFill>
            <a:srgbClr val="ECE3D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463040"/>
            <a:ext cx="54864" cy="54864"/>
          </a:xfrm>
          <a:prstGeom prst="ellipse">
            <a:avLst/>
          </a:prstGeom>
          <a:solidFill>
            <a:srgbClr val="C6A66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4937760"/>
            <a:ext cx="64008" cy="64008"/>
          </a:xfrm>
          <a:prstGeom prst="ellipse">
            <a:avLst/>
          </a:prstGeom>
          <a:solidFill>
            <a:srgbClr val="ECE3D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914400"/>
            <a:ext cx="45720" cy="45720"/>
          </a:xfrm>
          <a:prstGeom prst="ellipse">
            <a:avLst/>
          </a:prstGeom>
          <a:solidFill>
            <a:srgbClr val="C6A66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5852160"/>
            <a:ext cx="45720" cy="45720"/>
          </a:xfrm>
          <a:prstGeom prst="ellipse">
            <a:avLst/>
          </a:prstGeom>
          <a:solidFill>
            <a:srgbClr val="ECE3D0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4206240"/>
            <a:ext cx="45720" cy="45720"/>
          </a:xfrm>
          <a:prstGeom prst="ellipse">
            <a:avLst/>
          </a:prstGeom>
          <a:solidFill>
            <a:srgbClr val="C6A667">
              <a:alpha val="5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3125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6A6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your horoscope with a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CE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of celestial salt.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E6C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kundlibash.pages.dev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6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diversion, not counsel.   ·   Built with Claude Code.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Kundlibash — Pitch</dc:title>
  <dc:subject>PptxGenJS Presentation</dc:subject>
  <dc:creator>Akhil Tripathi</dc:creator>
  <cp:lastModifiedBy>Akhil Tripathi</cp:lastModifiedBy>
  <cp:revision>1</cp:revision>
  <dcterms:created xsi:type="dcterms:W3CDTF">2026-06-25T08:13:01Z</dcterms:created>
  <dcterms:modified xsi:type="dcterms:W3CDTF">2026-06-25T08:13:01Z</dcterms:modified>
</cp:coreProperties>
</file>